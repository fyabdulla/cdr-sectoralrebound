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4147800" cy="7380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644"/>
    <a:srgbClr val="E86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68475" y="1207839"/>
            <a:ext cx="10610850" cy="2569434"/>
          </a:xfrm>
        </p:spPr>
        <p:txBody>
          <a:bodyPr anchor="b"/>
          <a:lstStyle>
            <a:lvl1pPr algn="ctr">
              <a:defRPr sz="64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8475" y="3876360"/>
            <a:ext cx="10610850" cy="1781861"/>
          </a:xfrm>
        </p:spPr>
        <p:txBody>
          <a:bodyPr/>
          <a:lstStyle>
            <a:lvl1pPr marL="0" indent="0" algn="ctr">
              <a:buNone/>
              <a:defRPr sz="2583"/>
            </a:lvl1pPr>
            <a:lvl2pPr marL="492039" indent="0" algn="ctr">
              <a:buNone/>
              <a:defRPr sz="2152"/>
            </a:lvl2pPr>
            <a:lvl3pPr marL="984077" indent="0" algn="ctr">
              <a:buNone/>
              <a:defRPr sz="1937"/>
            </a:lvl3pPr>
            <a:lvl4pPr marL="1476116" indent="0" algn="ctr">
              <a:buNone/>
              <a:defRPr sz="1722"/>
            </a:lvl4pPr>
            <a:lvl5pPr marL="1968155" indent="0" algn="ctr">
              <a:buNone/>
              <a:defRPr sz="1722"/>
            </a:lvl5pPr>
            <a:lvl6pPr marL="2460193" indent="0" algn="ctr">
              <a:buNone/>
              <a:defRPr sz="1722"/>
            </a:lvl6pPr>
            <a:lvl7pPr marL="2952232" indent="0" algn="ctr">
              <a:buNone/>
              <a:defRPr sz="1722"/>
            </a:lvl7pPr>
            <a:lvl8pPr marL="3444270" indent="0" algn="ctr">
              <a:buNone/>
              <a:defRPr sz="1722"/>
            </a:lvl8pPr>
            <a:lvl9pPr marL="3936309" indent="0" algn="ctr">
              <a:buNone/>
              <a:defRPr sz="172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79BA-88B5-4EB0-8582-0B6453F2CA5F}" type="datetimeFigureOut">
              <a:rPr lang="en-CA" smtClean="0"/>
              <a:t>2025-08-09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C9DB3-B28D-41C4-BA90-CB4E009C5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364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79BA-88B5-4EB0-8582-0B6453F2CA5F}" type="datetimeFigureOut">
              <a:rPr lang="en-CA" smtClean="0"/>
              <a:t>2025-08-09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C9DB3-B28D-41C4-BA90-CB4E009C5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3800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292" y="1839948"/>
            <a:ext cx="12202478" cy="3069994"/>
          </a:xfrm>
        </p:spPr>
        <p:txBody>
          <a:bodyPr anchor="b"/>
          <a:lstStyle>
            <a:lvl1pPr>
              <a:defRPr sz="64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5292" y="4938986"/>
            <a:ext cx="12202478" cy="1614437"/>
          </a:xfrm>
        </p:spPr>
        <p:txBody>
          <a:bodyPr/>
          <a:lstStyle>
            <a:lvl1pPr marL="0" indent="0">
              <a:buNone/>
              <a:defRPr sz="2583">
                <a:solidFill>
                  <a:schemeClr val="tx1">
                    <a:tint val="82000"/>
                  </a:schemeClr>
                </a:solidFill>
              </a:defRPr>
            </a:lvl1pPr>
            <a:lvl2pPr marL="492039" indent="0">
              <a:buNone/>
              <a:defRPr sz="2152">
                <a:solidFill>
                  <a:schemeClr val="tx1">
                    <a:tint val="82000"/>
                  </a:schemeClr>
                </a:solidFill>
              </a:defRPr>
            </a:lvl2pPr>
            <a:lvl3pPr marL="984077" indent="0">
              <a:buNone/>
              <a:defRPr sz="1937">
                <a:solidFill>
                  <a:schemeClr val="tx1">
                    <a:tint val="82000"/>
                  </a:schemeClr>
                </a:solidFill>
              </a:defRPr>
            </a:lvl3pPr>
            <a:lvl4pPr marL="1476116" indent="0">
              <a:buNone/>
              <a:defRPr sz="1722">
                <a:solidFill>
                  <a:schemeClr val="tx1">
                    <a:tint val="82000"/>
                  </a:schemeClr>
                </a:solidFill>
              </a:defRPr>
            </a:lvl4pPr>
            <a:lvl5pPr marL="1968155" indent="0">
              <a:buNone/>
              <a:defRPr sz="1722">
                <a:solidFill>
                  <a:schemeClr val="tx1">
                    <a:tint val="82000"/>
                  </a:schemeClr>
                </a:solidFill>
              </a:defRPr>
            </a:lvl5pPr>
            <a:lvl6pPr marL="2460193" indent="0">
              <a:buNone/>
              <a:defRPr sz="1722">
                <a:solidFill>
                  <a:schemeClr val="tx1">
                    <a:tint val="82000"/>
                  </a:schemeClr>
                </a:solidFill>
              </a:defRPr>
            </a:lvl6pPr>
            <a:lvl7pPr marL="2952232" indent="0">
              <a:buNone/>
              <a:defRPr sz="1722">
                <a:solidFill>
                  <a:schemeClr val="tx1">
                    <a:tint val="82000"/>
                  </a:schemeClr>
                </a:solidFill>
              </a:defRPr>
            </a:lvl7pPr>
            <a:lvl8pPr marL="3444270" indent="0">
              <a:buNone/>
              <a:defRPr sz="1722">
                <a:solidFill>
                  <a:schemeClr val="tx1">
                    <a:tint val="82000"/>
                  </a:schemeClr>
                </a:solidFill>
              </a:defRPr>
            </a:lvl8pPr>
            <a:lvl9pPr marL="3936309" indent="0">
              <a:buNone/>
              <a:defRPr sz="172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79BA-88B5-4EB0-8582-0B6453F2CA5F}" type="datetimeFigureOut">
              <a:rPr lang="en-CA" smtClean="0"/>
              <a:t>2025-08-09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C9DB3-B28D-41C4-BA90-CB4E009C5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5241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2661" y="1964660"/>
            <a:ext cx="6012815" cy="468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62324" y="1964660"/>
            <a:ext cx="6012815" cy="468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79BA-88B5-4EB0-8582-0B6453F2CA5F}" type="datetimeFigureOut">
              <a:rPr lang="en-CA" smtClean="0"/>
              <a:t>2025-08-09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C9DB3-B28D-41C4-BA90-CB4E009C5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9281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4504" y="392932"/>
            <a:ext cx="12202478" cy="142651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505" y="1809196"/>
            <a:ext cx="5985182" cy="886659"/>
          </a:xfrm>
        </p:spPr>
        <p:txBody>
          <a:bodyPr anchor="b"/>
          <a:lstStyle>
            <a:lvl1pPr marL="0" indent="0">
              <a:buNone/>
              <a:defRPr sz="2583" b="1"/>
            </a:lvl1pPr>
            <a:lvl2pPr marL="492039" indent="0">
              <a:buNone/>
              <a:defRPr sz="2152" b="1"/>
            </a:lvl2pPr>
            <a:lvl3pPr marL="984077" indent="0">
              <a:buNone/>
              <a:defRPr sz="1937" b="1"/>
            </a:lvl3pPr>
            <a:lvl4pPr marL="1476116" indent="0">
              <a:buNone/>
              <a:defRPr sz="1722" b="1"/>
            </a:lvl4pPr>
            <a:lvl5pPr marL="1968155" indent="0">
              <a:buNone/>
              <a:defRPr sz="1722" b="1"/>
            </a:lvl5pPr>
            <a:lvl6pPr marL="2460193" indent="0">
              <a:buNone/>
              <a:defRPr sz="1722" b="1"/>
            </a:lvl6pPr>
            <a:lvl7pPr marL="2952232" indent="0">
              <a:buNone/>
              <a:defRPr sz="1722" b="1"/>
            </a:lvl7pPr>
            <a:lvl8pPr marL="3444270" indent="0">
              <a:buNone/>
              <a:defRPr sz="1722" b="1"/>
            </a:lvl8pPr>
            <a:lvl9pPr marL="3936309" indent="0">
              <a:buNone/>
              <a:defRPr sz="17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4505" y="2695855"/>
            <a:ext cx="5985182" cy="3965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62324" y="1809196"/>
            <a:ext cx="6014658" cy="886659"/>
          </a:xfrm>
        </p:spPr>
        <p:txBody>
          <a:bodyPr anchor="b"/>
          <a:lstStyle>
            <a:lvl1pPr marL="0" indent="0">
              <a:buNone/>
              <a:defRPr sz="2583" b="1"/>
            </a:lvl1pPr>
            <a:lvl2pPr marL="492039" indent="0">
              <a:buNone/>
              <a:defRPr sz="2152" b="1"/>
            </a:lvl2pPr>
            <a:lvl3pPr marL="984077" indent="0">
              <a:buNone/>
              <a:defRPr sz="1937" b="1"/>
            </a:lvl3pPr>
            <a:lvl4pPr marL="1476116" indent="0">
              <a:buNone/>
              <a:defRPr sz="1722" b="1"/>
            </a:lvl4pPr>
            <a:lvl5pPr marL="1968155" indent="0">
              <a:buNone/>
              <a:defRPr sz="1722" b="1"/>
            </a:lvl5pPr>
            <a:lvl6pPr marL="2460193" indent="0">
              <a:buNone/>
              <a:defRPr sz="1722" b="1"/>
            </a:lvl6pPr>
            <a:lvl7pPr marL="2952232" indent="0">
              <a:buNone/>
              <a:defRPr sz="1722" b="1"/>
            </a:lvl7pPr>
            <a:lvl8pPr marL="3444270" indent="0">
              <a:buNone/>
              <a:defRPr sz="1722" b="1"/>
            </a:lvl8pPr>
            <a:lvl9pPr marL="3936309" indent="0">
              <a:buNone/>
              <a:defRPr sz="17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2324" y="2695855"/>
            <a:ext cx="6014658" cy="3965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79BA-88B5-4EB0-8582-0B6453F2CA5F}" type="datetimeFigureOut">
              <a:rPr lang="en-CA" smtClean="0"/>
              <a:t>2025-08-09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C9DB3-B28D-41C4-BA90-CB4E009C5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1091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79BA-88B5-4EB0-8582-0B6453F2CA5F}" type="datetimeFigureOut">
              <a:rPr lang="en-CA" smtClean="0"/>
              <a:t>2025-08-09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C9DB3-B28D-41C4-BA90-CB4E009C5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111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79BA-88B5-4EB0-8582-0B6453F2CA5F}" type="datetimeFigureOut">
              <a:rPr lang="en-CA" smtClean="0"/>
              <a:t>2025-08-09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C9DB3-B28D-41C4-BA90-CB4E009C5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652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4505" y="492019"/>
            <a:ext cx="4563033" cy="1722067"/>
          </a:xfrm>
        </p:spPr>
        <p:txBody>
          <a:bodyPr anchor="b"/>
          <a:lstStyle>
            <a:lvl1pPr>
              <a:defRPr sz="34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658" y="1062625"/>
            <a:ext cx="7162324" cy="5244788"/>
          </a:xfrm>
        </p:spPr>
        <p:txBody>
          <a:bodyPr/>
          <a:lstStyle>
            <a:lvl1pPr>
              <a:defRPr sz="3444"/>
            </a:lvl1pPr>
            <a:lvl2pPr>
              <a:defRPr sz="3013"/>
            </a:lvl2pPr>
            <a:lvl3pPr>
              <a:defRPr sz="2583"/>
            </a:lvl3pPr>
            <a:lvl4pPr>
              <a:defRPr sz="2152"/>
            </a:lvl4pPr>
            <a:lvl5pPr>
              <a:defRPr sz="2152"/>
            </a:lvl5pPr>
            <a:lvl6pPr>
              <a:defRPr sz="2152"/>
            </a:lvl6pPr>
            <a:lvl7pPr>
              <a:defRPr sz="2152"/>
            </a:lvl7pPr>
            <a:lvl8pPr>
              <a:defRPr sz="2152"/>
            </a:lvl8pPr>
            <a:lvl9pPr>
              <a:defRPr sz="215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4505" y="2214086"/>
            <a:ext cx="4563033" cy="4101869"/>
          </a:xfrm>
        </p:spPr>
        <p:txBody>
          <a:bodyPr/>
          <a:lstStyle>
            <a:lvl1pPr marL="0" indent="0">
              <a:buNone/>
              <a:defRPr sz="1722"/>
            </a:lvl1pPr>
            <a:lvl2pPr marL="492039" indent="0">
              <a:buNone/>
              <a:defRPr sz="1507"/>
            </a:lvl2pPr>
            <a:lvl3pPr marL="984077" indent="0">
              <a:buNone/>
              <a:defRPr sz="1291"/>
            </a:lvl3pPr>
            <a:lvl4pPr marL="1476116" indent="0">
              <a:buNone/>
              <a:defRPr sz="1076"/>
            </a:lvl4pPr>
            <a:lvl5pPr marL="1968155" indent="0">
              <a:buNone/>
              <a:defRPr sz="1076"/>
            </a:lvl5pPr>
            <a:lvl6pPr marL="2460193" indent="0">
              <a:buNone/>
              <a:defRPr sz="1076"/>
            </a:lvl6pPr>
            <a:lvl7pPr marL="2952232" indent="0">
              <a:buNone/>
              <a:defRPr sz="1076"/>
            </a:lvl7pPr>
            <a:lvl8pPr marL="3444270" indent="0">
              <a:buNone/>
              <a:defRPr sz="1076"/>
            </a:lvl8pPr>
            <a:lvl9pPr marL="3936309" indent="0">
              <a:buNone/>
              <a:defRPr sz="10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79BA-88B5-4EB0-8582-0B6453F2CA5F}" type="datetimeFigureOut">
              <a:rPr lang="en-CA" smtClean="0"/>
              <a:t>2025-08-09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C9DB3-B28D-41C4-BA90-CB4E009C5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564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4505" y="492019"/>
            <a:ext cx="4563033" cy="1722067"/>
          </a:xfrm>
        </p:spPr>
        <p:txBody>
          <a:bodyPr anchor="b"/>
          <a:lstStyle>
            <a:lvl1pPr>
              <a:defRPr sz="34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14658" y="1062625"/>
            <a:ext cx="7162324" cy="5244788"/>
          </a:xfrm>
        </p:spPr>
        <p:txBody>
          <a:bodyPr anchor="t"/>
          <a:lstStyle>
            <a:lvl1pPr marL="0" indent="0">
              <a:buNone/>
              <a:defRPr sz="3444"/>
            </a:lvl1pPr>
            <a:lvl2pPr marL="492039" indent="0">
              <a:buNone/>
              <a:defRPr sz="3013"/>
            </a:lvl2pPr>
            <a:lvl3pPr marL="984077" indent="0">
              <a:buNone/>
              <a:defRPr sz="2583"/>
            </a:lvl3pPr>
            <a:lvl4pPr marL="1476116" indent="0">
              <a:buNone/>
              <a:defRPr sz="2152"/>
            </a:lvl4pPr>
            <a:lvl5pPr marL="1968155" indent="0">
              <a:buNone/>
              <a:defRPr sz="2152"/>
            </a:lvl5pPr>
            <a:lvl6pPr marL="2460193" indent="0">
              <a:buNone/>
              <a:defRPr sz="2152"/>
            </a:lvl6pPr>
            <a:lvl7pPr marL="2952232" indent="0">
              <a:buNone/>
              <a:defRPr sz="2152"/>
            </a:lvl7pPr>
            <a:lvl8pPr marL="3444270" indent="0">
              <a:buNone/>
              <a:defRPr sz="2152"/>
            </a:lvl8pPr>
            <a:lvl9pPr marL="3936309" indent="0">
              <a:buNone/>
              <a:defRPr sz="215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4505" y="2214086"/>
            <a:ext cx="4563033" cy="4101869"/>
          </a:xfrm>
        </p:spPr>
        <p:txBody>
          <a:bodyPr/>
          <a:lstStyle>
            <a:lvl1pPr marL="0" indent="0">
              <a:buNone/>
              <a:defRPr sz="1722"/>
            </a:lvl1pPr>
            <a:lvl2pPr marL="492039" indent="0">
              <a:buNone/>
              <a:defRPr sz="1507"/>
            </a:lvl2pPr>
            <a:lvl3pPr marL="984077" indent="0">
              <a:buNone/>
              <a:defRPr sz="1291"/>
            </a:lvl3pPr>
            <a:lvl4pPr marL="1476116" indent="0">
              <a:buNone/>
              <a:defRPr sz="1076"/>
            </a:lvl4pPr>
            <a:lvl5pPr marL="1968155" indent="0">
              <a:buNone/>
              <a:defRPr sz="1076"/>
            </a:lvl5pPr>
            <a:lvl6pPr marL="2460193" indent="0">
              <a:buNone/>
              <a:defRPr sz="1076"/>
            </a:lvl6pPr>
            <a:lvl7pPr marL="2952232" indent="0">
              <a:buNone/>
              <a:defRPr sz="1076"/>
            </a:lvl7pPr>
            <a:lvl8pPr marL="3444270" indent="0">
              <a:buNone/>
              <a:defRPr sz="1076"/>
            </a:lvl8pPr>
            <a:lvl9pPr marL="3936309" indent="0">
              <a:buNone/>
              <a:defRPr sz="10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79BA-88B5-4EB0-8582-0B6453F2CA5F}" type="datetimeFigureOut">
              <a:rPr lang="en-CA" smtClean="0"/>
              <a:t>2025-08-09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C9DB3-B28D-41C4-BA90-CB4E009C5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3723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79BA-88B5-4EB0-8582-0B6453F2CA5F}" type="datetimeFigureOut">
              <a:rPr lang="en-CA" smtClean="0"/>
              <a:t>2025-08-09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C9DB3-B28D-41C4-BA90-CB4E009C5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6542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4520" y="392932"/>
            <a:ext cx="3050619" cy="62544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2661" y="392932"/>
            <a:ext cx="8975011" cy="62544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79BA-88B5-4EB0-8582-0B6453F2CA5F}" type="datetimeFigureOut">
              <a:rPr lang="en-CA" smtClean="0"/>
              <a:t>2025-08-09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C9DB3-B28D-41C4-BA90-CB4E009C5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9317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2661" y="392932"/>
            <a:ext cx="12202478" cy="1426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661" y="1964660"/>
            <a:ext cx="12202478" cy="4682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2661" y="6840434"/>
            <a:ext cx="3183255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5F79BA-88B5-4EB0-8582-0B6453F2CA5F}" type="datetimeFigureOut">
              <a:rPr lang="en-CA" smtClean="0"/>
              <a:t>2025-08-09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86459" y="6840434"/>
            <a:ext cx="4774883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884" y="6840434"/>
            <a:ext cx="3183255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C9DB3-B28D-41C4-BA90-CB4E009C56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8341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84077" rtl="0" eaLnBrk="1" latinLnBrk="0" hangingPunct="1">
        <a:lnSpc>
          <a:spcPct val="90000"/>
        </a:lnSpc>
        <a:spcBef>
          <a:spcPct val="0"/>
        </a:spcBef>
        <a:buNone/>
        <a:defRPr sz="47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019" indent="-246019" algn="l" defTabSz="984077" rtl="0" eaLnBrk="1" latinLnBrk="0" hangingPunct="1">
        <a:lnSpc>
          <a:spcPct val="90000"/>
        </a:lnSpc>
        <a:spcBef>
          <a:spcPts val="1076"/>
        </a:spcBef>
        <a:buFont typeface="Arial" panose="020B0604020202020204" pitchFamily="34" charset="0"/>
        <a:buChar char="•"/>
        <a:defRPr sz="3013" kern="1200">
          <a:solidFill>
            <a:schemeClr val="tx1"/>
          </a:solidFill>
          <a:latin typeface="+mn-lt"/>
          <a:ea typeface="+mn-ea"/>
          <a:cs typeface="+mn-cs"/>
        </a:defRPr>
      </a:lvl1pPr>
      <a:lvl2pPr marL="738058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2583" kern="1200">
          <a:solidFill>
            <a:schemeClr val="tx1"/>
          </a:solidFill>
          <a:latin typeface="+mn-lt"/>
          <a:ea typeface="+mn-ea"/>
          <a:cs typeface="+mn-cs"/>
        </a:defRPr>
      </a:lvl2pPr>
      <a:lvl3pPr marL="1230097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2152" kern="1200">
          <a:solidFill>
            <a:schemeClr val="tx1"/>
          </a:solidFill>
          <a:latin typeface="+mn-lt"/>
          <a:ea typeface="+mn-ea"/>
          <a:cs typeface="+mn-cs"/>
        </a:defRPr>
      </a:lvl3pPr>
      <a:lvl4pPr marL="1722135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4pPr>
      <a:lvl5pPr marL="2214174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5pPr>
      <a:lvl6pPr marL="2706213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6pPr>
      <a:lvl7pPr marL="3198251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7pPr>
      <a:lvl8pPr marL="3690290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8pPr>
      <a:lvl9pPr marL="4182328" indent="-246019" algn="l" defTabSz="984077" rtl="0" eaLnBrk="1" latinLnBrk="0" hangingPunct="1">
        <a:lnSpc>
          <a:spcPct val="90000"/>
        </a:lnSpc>
        <a:spcBef>
          <a:spcPts val="538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1pPr>
      <a:lvl2pPr marL="492039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2pPr>
      <a:lvl3pPr marL="984077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3pPr>
      <a:lvl4pPr marL="1476116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4pPr>
      <a:lvl5pPr marL="1968155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5pPr>
      <a:lvl6pPr marL="2460193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6pPr>
      <a:lvl7pPr marL="2952232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7pPr>
      <a:lvl8pPr marL="3444270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8pPr>
      <a:lvl9pPr marL="3936309" algn="l" defTabSz="984077" rtl="0" eaLnBrk="1" latinLnBrk="0" hangingPunct="1">
        <a:defRPr sz="19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3B2F704A-168F-8599-305D-A9EF0880EFA3}"/>
              </a:ext>
            </a:extLst>
          </p:cNvPr>
          <p:cNvSpPr/>
          <p:nvPr/>
        </p:nvSpPr>
        <p:spPr>
          <a:xfrm>
            <a:off x="12400291" y="513265"/>
            <a:ext cx="1754842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98EF0E2-35A3-6707-C5C4-1A6486A929A8}"/>
              </a:ext>
            </a:extLst>
          </p:cNvPr>
          <p:cNvSpPr/>
          <p:nvPr/>
        </p:nvSpPr>
        <p:spPr>
          <a:xfrm>
            <a:off x="8958889" y="513265"/>
            <a:ext cx="1754842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34F0586-DF12-07FF-FFCB-92DEF66CF76B}"/>
              </a:ext>
            </a:extLst>
          </p:cNvPr>
          <p:cNvSpPr/>
          <p:nvPr/>
        </p:nvSpPr>
        <p:spPr>
          <a:xfrm>
            <a:off x="5517486" y="513265"/>
            <a:ext cx="1754842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888C255-1488-D920-9D94-24BF261C33F5}"/>
              </a:ext>
            </a:extLst>
          </p:cNvPr>
          <p:cNvSpPr/>
          <p:nvPr/>
        </p:nvSpPr>
        <p:spPr>
          <a:xfrm>
            <a:off x="2064185" y="513265"/>
            <a:ext cx="1754842" cy="685799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D98D78-7A8C-4474-9759-393181D368A1}"/>
              </a:ext>
            </a:extLst>
          </p:cNvPr>
          <p:cNvSpPr/>
          <p:nvPr/>
        </p:nvSpPr>
        <p:spPr>
          <a:xfrm>
            <a:off x="216049" y="779721"/>
            <a:ext cx="1635760" cy="1249680"/>
          </a:xfrm>
          <a:prstGeom prst="rect">
            <a:avLst/>
          </a:prstGeom>
          <a:solidFill>
            <a:srgbClr val="0096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Inter-model Comparison </a:t>
            </a:r>
          </a:p>
          <a:p>
            <a:pPr algn="ctr"/>
            <a:r>
              <a:rPr lang="en-CA" b="1" dirty="0"/>
              <a:t>(Figure 4)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79ABA6-63F6-C223-4CB3-A95EAC5D3F74}"/>
              </a:ext>
            </a:extLst>
          </p:cNvPr>
          <p:cNvSpPr/>
          <p:nvPr/>
        </p:nvSpPr>
        <p:spPr>
          <a:xfrm>
            <a:off x="216049" y="2334202"/>
            <a:ext cx="1635760" cy="140208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Navius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8DFCD2-3C2C-1B32-4F62-125251E85A50}"/>
              </a:ext>
            </a:extLst>
          </p:cNvPr>
          <p:cNvSpPr/>
          <p:nvPr/>
        </p:nvSpPr>
        <p:spPr>
          <a:xfrm>
            <a:off x="216049" y="4041081"/>
            <a:ext cx="1635760" cy="14020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CER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9A619C-2327-2D16-5EF9-11077FF02AA9}"/>
              </a:ext>
            </a:extLst>
          </p:cNvPr>
          <p:cNvSpPr/>
          <p:nvPr/>
        </p:nvSpPr>
        <p:spPr>
          <a:xfrm>
            <a:off x="216049" y="5747962"/>
            <a:ext cx="1635760" cy="140208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Trottier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14F6F73-495A-A2BD-7054-E78F27125596}"/>
              </a:ext>
            </a:extLst>
          </p:cNvPr>
          <p:cNvSpPr/>
          <p:nvPr/>
        </p:nvSpPr>
        <p:spPr>
          <a:xfrm>
            <a:off x="2212649" y="779721"/>
            <a:ext cx="1503680" cy="12496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DAC + LULUCF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B5B8F7B-61DF-9430-7E7D-374DDE6263F0}"/>
              </a:ext>
            </a:extLst>
          </p:cNvPr>
          <p:cNvSpPr/>
          <p:nvPr/>
        </p:nvSpPr>
        <p:spPr>
          <a:xfrm>
            <a:off x="5646729" y="779721"/>
            <a:ext cx="1503680" cy="12496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Buildings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2C45707-CFD9-714C-5471-AB726C3CDBCA}"/>
              </a:ext>
            </a:extLst>
          </p:cNvPr>
          <p:cNvSpPr/>
          <p:nvPr/>
        </p:nvSpPr>
        <p:spPr>
          <a:xfrm>
            <a:off x="9080809" y="779721"/>
            <a:ext cx="1503680" cy="12496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Agriculture &amp; Waste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BFF2BD8-BDDF-9DEB-3B82-AF9D9CAE8D19}"/>
              </a:ext>
            </a:extLst>
          </p:cNvPr>
          <p:cNvSpPr/>
          <p:nvPr/>
        </p:nvSpPr>
        <p:spPr>
          <a:xfrm>
            <a:off x="12514888" y="779721"/>
            <a:ext cx="1503680" cy="12496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Utilities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3972A82-25FC-59D0-BD61-0FF9AABD45FD}"/>
              </a:ext>
            </a:extLst>
          </p:cNvPr>
          <p:cNvSpPr/>
          <p:nvPr/>
        </p:nvSpPr>
        <p:spPr>
          <a:xfrm>
            <a:off x="10797849" y="779721"/>
            <a:ext cx="1503680" cy="12496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Oil &amp; Gas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DD6D869-2FB4-EA10-E3FF-814E5D93E5B9}"/>
              </a:ext>
            </a:extLst>
          </p:cNvPr>
          <p:cNvSpPr/>
          <p:nvPr/>
        </p:nvSpPr>
        <p:spPr>
          <a:xfrm>
            <a:off x="7363768" y="779721"/>
            <a:ext cx="1503680" cy="12496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Industry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A0F3C42-E798-3FF2-08F2-AF2057B662C5}"/>
              </a:ext>
            </a:extLst>
          </p:cNvPr>
          <p:cNvSpPr/>
          <p:nvPr/>
        </p:nvSpPr>
        <p:spPr>
          <a:xfrm>
            <a:off x="3929688" y="779721"/>
            <a:ext cx="1503680" cy="12496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Transportation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A02586B-E3F7-0D4B-C168-1D58DBE9C7FF}"/>
              </a:ext>
            </a:extLst>
          </p:cNvPr>
          <p:cNvSpPr/>
          <p:nvPr/>
        </p:nvSpPr>
        <p:spPr>
          <a:xfrm>
            <a:off x="2212649" y="2377470"/>
            <a:ext cx="1503680" cy="6331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Land Use &amp; Forestry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4256904-7643-C0A8-066E-B4125C58B090}"/>
              </a:ext>
            </a:extLst>
          </p:cNvPr>
          <p:cNvSpPr/>
          <p:nvPr/>
        </p:nvSpPr>
        <p:spPr>
          <a:xfrm>
            <a:off x="9080809" y="2406961"/>
            <a:ext cx="1503680" cy="12496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Agriculture &amp; Waste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E992D64-2358-BF52-FEA5-1A8E35F72F33}"/>
              </a:ext>
            </a:extLst>
          </p:cNvPr>
          <p:cNvSpPr/>
          <p:nvPr/>
        </p:nvSpPr>
        <p:spPr>
          <a:xfrm>
            <a:off x="12514888" y="2406961"/>
            <a:ext cx="1503680" cy="12496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Utilities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2996FA5-44C0-2FB6-7955-3F820C5BCA30}"/>
              </a:ext>
            </a:extLst>
          </p:cNvPr>
          <p:cNvSpPr/>
          <p:nvPr/>
        </p:nvSpPr>
        <p:spPr>
          <a:xfrm>
            <a:off x="10797849" y="2406961"/>
            <a:ext cx="1503680" cy="12496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Oil &amp; Gas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9E55078-60DA-1182-399A-EACF959A4A9B}"/>
              </a:ext>
            </a:extLst>
          </p:cNvPr>
          <p:cNvSpPr/>
          <p:nvPr/>
        </p:nvSpPr>
        <p:spPr>
          <a:xfrm>
            <a:off x="7363768" y="2406961"/>
            <a:ext cx="1503680" cy="12496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Industry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4B62705-FED8-D09A-6715-0391465A3FD5}"/>
              </a:ext>
            </a:extLst>
          </p:cNvPr>
          <p:cNvSpPr/>
          <p:nvPr/>
        </p:nvSpPr>
        <p:spPr>
          <a:xfrm>
            <a:off x="3929688" y="2377469"/>
            <a:ext cx="1503680" cy="3775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b="1" dirty="0">
                <a:solidFill>
                  <a:schemeClr val="tx1"/>
                </a:solidFill>
              </a:rPr>
              <a:t>Light Transport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15D2F7B-1B00-F82D-C0B2-E88BC0F63AEB}"/>
              </a:ext>
            </a:extLst>
          </p:cNvPr>
          <p:cNvSpPr/>
          <p:nvPr/>
        </p:nvSpPr>
        <p:spPr>
          <a:xfrm>
            <a:off x="2212649" y="3069658"/>
            <a:ext cx="1503680" cy="6331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Direct Air Capture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D606961-065E-F799-571F-770FAB8AB56F}"/>
              </a:ext>
            </a:extLst>
          </p:cNvPr>
          <p:cNvSpPr/>
          <p:nvPr/>
        </p:nvSpPr>
        <p:spPr>
          <a:xfrm>
            <a:off x="3929688" y="2812052"/>
            <a:ext cx="1503680" cy="45621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b="1" dirty="0">
                <a:solidFill>
                  <a:schemeClr val="tx1"/>
                </a:solidFill>
              </a:rPr>
              <a:t>Medium &amp; Heavy Transport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12FB517-AFAF-EB43-F087-AA0CBEA335DD}"/>
              </a:ext>
            </a:extLst>
          </p:cNvPr>
          <p:cNvSpPr/>
          <p:nvPr/>
        </p:nvSpPr>
        <p:spPr>
          <a:xfrm>
            <a:off x="3929688" y="3325292"/>
            <a:ext cx="1503680" cy="37755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b="1" dirty="0">
                <a:solidFill>
                  <a:schemeClr val="tx1"/>
                </a:solidFill>
              </a:rPr>
              <a:t>Other Transport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AAB6F79-C052-7B1B-D974-47B730297107}"/>
              </a:ext>
            </a:extLst>
          </p:cNvPr>
          <p:cNvSpPr/>
          <p:nvPr/>
        </p:nvSpPr>
        <p:spPr>
          <a:xfrm>
            <a:off x="5646729" y="2377470"/>
            <a:ext cx="1503680" cy="6331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Residential Buildings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EFC2B71-E392-A52A-4CCD-6A4C16242751}"/>
              </a:ext>
            </a:extLst>
          </p:cNvPr>
          <p:cNvSpPr/>
          <p:nvPr/>
        </p:nvSpPr>
        <p:spPr>
          <a:xfrm>
            <a:off x="5646729" y="3069658"/>
            <a:ext cx="1503680" cy="6331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Commercial Buildings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2ABD053-7642-C978-24BF-E332C60A09B2}"/>
              </a:ext>
            </a:extLst>
          </p:cNvPr>
          <p:cNvSpPr/>
          <p:nvPr/>
        </p:nvSpPr>
        <p:spPr>
          <a:xfrm>
            <a:off x="9080809" y="4053868"/>
            <a:ext cx="1503680" cy="6331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Agriculture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0E10D44-1511-CE30-FAB2-9082BC8ADDDA}"/>
              </a:ext>
            </a:extLst>
          </p:cNvPr>
          <p:cNvSpPr/>
          <p:nvPr/>
        </p:nvSpPr>
        <p:spPr>
          <a:xfrm>
            <a:off x="9080809" y="4746057"/>
            <a:ext cx="1503680" cy="6331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Waste &amp; Others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CD1558D-362E-4CDD-3D0A-423A877DF3C3}"/>
              </a:ext>
            </a:extLst>
          </p:cNvPr>
          <p:cNvSpPr/>
          <p:nvPr/>
        </p:nvSpPr>
        <p:spPr>
          <a:xfrm>
            <a:off x="3929688" y="4112855"/>
            <a:ext cx="1503680" cy="12496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Transportation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1014C5B-4AB1-C350-215C-5169DB7AD0C8}"/>
              </a:ext>
            </a:extLst>
          </p:cNvPr>
          <p:cNvSpPr/>
          <p:nvPr/>
        </p:nvSpPr>
        <p:spPr>
          <a:xfrm>
            <a:off x="10797849" y="4112855"/>
            <a:ext cx="1503680" cy="12496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Oil &amp; Gas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D7D6142-EC69-ABB7-0D54-74EEA68B74B1}"/>
              </a:ext>
            </a:extLst>
          </p:cNvPr>
          <p:cNvSpPr/>
          <p:nvPr/>
        </p:nvSpPr>
        <p:spPr>
          <a:xfrm>
            <a:off x="2208988" y="4083364"/>
            <a:ext cx="1503680" cy="6331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b="1" dirty="0">
                <a:solidFill>
                  <a:schemeClr val="tx1"/>
                </a:solidFill>
              </a:rPr>
              <a:t>Land Use, Land Use Change &amp; Forestry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9C7F7D3-B3C8-1F27-F84B-AA7384D604BC}"/>
              </a:ext>
            </a:extLst>
          </p:cNvPr>
          <p:cNvSpPr/>
          <p:nvPr/>
        </p:nvSpPr>
        <p:spPr>
          <a:xfrm>
            <a:off x="2208988" y="4775553"/>
            <a:ext cx="1503680" cy="6331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Direct Air Capture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4C47120-A8A4-9B31-5784-C4CFAD6CD7D8}"/>
              </a:ext>
            </a:extLst>
          </p:cNvPr>
          <p:cNvSpPr/>
          <p:nvPr/>
        </p:nvSpPr>
        <p:spPr>
          <a:xfrm>
            <a:off x="5650389" y="4114821"/>
            <a:ext cx="1503680" cy="12496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Buildings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EB7924B-CD59-8C89-4FC0-3869BDE07D35}"/>
              </a:ext>
            </a:extLst>
          </p:cNvPr>
          <p:cNvSpPr/>
          <p:nvPr/>
        </p:nvSpPr>
        <p:spPr>
          <a:xfrm>
            <a:off x="7363768" y="4112855"/>
            <a:ext cx="1503680" cy="12496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Heavy Industry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849BE77-01A0-0440-7F42-3D4DB68F1A9D}"/>
              </a:ext>
            </a:extLst>
          </p:cNvPr>
          <p:cNvSpPr/>
          <p:nvPr/>
        </p:nvSpPr>
        <p:spPr>
          <a:xfrm>
            <a:off x="12522210" y="4053868"/>
            <a:ext cx="1503680" cy="6331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Electricity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84C55C6-91CB-325A-4145-684A14C1DE11}"/>
              </a:ext>
            </a:extLst>
          </p:cNvPr>
          <p:cNvSpPr/>
          <p:nvPr/>
        </p:nvSpPr>
        <p:spPr>
          <a:xfrm>
            <a:off x="12522210" y="4746057"/>
            <a:ext cx="1503680" cy="6331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1" b="1" dirty="0">
                <a:solidFill>
                  <a:schemeClr val="tx1"/>
                </a:solidFill>
              </a:rPr>
              <a:t>Low or Non-Emitting Hydrogen Production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FD0BCE7-E5DD-6761-E793-28D8ACAD7CB8}"/>
              </a:ext>
            </a:extLst>
          </p:cNvPr>
          <p:cNvSpPr/>
          <p:nvPr/>
        </p:nvSpPr>
        <p:spPr>
          <a:xfrm>
            <a:off x="2208988" y="5789254"/>
            <a:ext cx="1503680" cy="124968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Direct Air Capture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E009DF32-CBE3-FA4E-0796-83DDB24DD2B9}"/>
              </a:ext>
            </a:extLst>
          </p:cNvPr>
          <p:cNvSpPr/>
          <p:nvPr/>
        </p:nvSpPr>
        <p:spPr>
          <a:xfrm>
            <a:off x="3929688" y="5772541"/>
            <a:ext cx="1503680" cy="124968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Transport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69D1408-79C6-6CD1-F791-B653983ADDDD}"/>
              </a:ext>
            </a:extLst>
          </p:cNvPr>
          <p:cNvSpPr/>
          <p:nvPr/>
        </p:nvSpPr>
        <p:spPr>
          <a:xfrm>
            <a:off x="12522210" y="5723385"/>
            <a:ext cx="1503680" cy="6331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Electricity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502BFE7F-7DB1-2F77-BF84-2460EB5502BC}"/>
              </a:ext>
            </a:extLst>
          </p:cNvPr>
          <p:cNvSpPr/>
          <p:nvPr/>
        </p:nvSpPr>
        <p:spPr>
          <a:xfrm>
            <a:off x="12522210" y="6415574"/>
            <a:ext cx="1503680" cy="6331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Energy Production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8C05DD8-1245-ECAB-3D1B-07BECF1A6B0C}"/>
              </a:ext>
            </a:extLst>
          </p:cNvPr>
          <p:cNvSpPr/>
          <p:nvPr/>
        </p:nvSpPr>
        <p:spPr>
          <a:xfrm>
            <a:off x="5650389" y="5753427"/>
            <a:ext cx="1503680" cy="6331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Residential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C288E13D-569E-8D9F-889C-8D0C2659E758}"/>
              </a:ext>
            </a:extLst>
          </p:cNvPr>
          <p:cNvSpPr/>
          <p:nvPr/>
        </p:nvSpPr>
        <p:spPr>
          <a:xfrm>
            <a:off x="5650389" y="6445616"/>
            <a:ext cx="1503680" cy="6331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Commercial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BB8A0C6-38BF-E6CE-C60F-8312C22D5617}"/>
              </a:ext>
            </a:extLst>
          </p:cNvPr>
          <p:cNvSpPr/>
          <p:nvPr/>
        </p:nvSpPr>
        <p:spPr>
          <a:xfrm>
            <a:off x="7360108" y="5753427"/>
            <a:ext cx="1503680" cy="6331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Industrial Processes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C041B240-26C8-F3E1-F2C9-39DDDF797A94}"/>
              </a:ext>
            </a:extLst>
          </p:cNvPr>
          <p:cNvSpPr/>
          <p:nvPr/>
        </p:nvSpPr>
        <p:spPr>
          <a:xfrm>
            <a:off x="7360108" y="6445616"/>
            <a:ext cx="1503680" cy="6331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</a:rPr>
              <a:t>Industry - Combustion</a:t>
            </a:r>
          </a:p>
        </p:txBody>
      </p:sp>
      <p:sp>
        <p:nvSpPr>
          <p:cNvPr id="61" name="Multiplication Sign 60">
            <a:extLst>
              <a:ext uri="{FF2B5EF4-FFF2-40B4-BE49-F238E27FC236}">
                <a16:creationId xmlns:a16="http://schemas.microsoft.com/office/drawing/2014/main" id="{CA272DFD-A0F1-1FAF-9D96-D060D22874C9}"/>
              </a:ext>
            </a:extLst>
          </p:cNvPr>
          <p:cNvSpPr/>
          <p:nvPr/>
        </p:nvSpPr>
        <p:spPr>
          <a:xfrm>
            <a:off x="10771030" y="5713054"/>
            <a:ext cx="1503680" cy="1402080"/>
          </a:xfrm>
          <a:prstGeom prst="mathMultiply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CE6B79D-C730-04FA-8E19-9985CF9A9C14}"/>
              </a:ext>
            </a:extLst>
          </p:cNvPr>
          <p:cNvSpPr/>
          <p:nvPr/>
        </p:nvSpPr>
        <p:spPr>
          <a:xfrm>
            <a:off x="9084470" y="5792209"/>
            <a:ext cx="1503680" cy="37755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b="1" dirty="0">
                <a:solidFill>
                  <a:schemeClr val="tx1"/>
                </a:solidFill>
              </a:rPr>
              <a:t>Agriculture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574DAC4-C97C-D482-228D-099FB7A041AA}"/>
              </a:ext>
            </a:extLst>
          </p:cNvPr>
          <p:cNvSpPr/>
          <p:nvPr/>
        </p:nvSpPr>
        <p:spPr>
          <a:xfrm>
            <a:off x="9084470" y="6226789"/>
            <a:ext cx="1503680" cy="37755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b="1" dirty="0">
                <a:solidFill>
                  <a:schemeClr val="tx1"/>
                </a:solidFill>
              </a:rPr>
              <a:t>Fugitive Sources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CEE585EE-2B48-6AA9-A13E-590A69FAEC33}"/>
              </a:ext>
            </a:extLst>
          </p:cNvPr>
          <p:cNvSpPr/>
          <p:nvPr/>
        </p:nvSpPr>
        <p:spPr>
          <a:xfrm>
            <a:off x="9084470" y="6661376"/>
            <a:ext cx="1503680" cy="37755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b="1" dirty="0">
                <a:solidFill>
                  <a:schemeClr val="tx1"/>
                </a:solidFill>
              </a:rPr>
              <a:t>Waste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DD23801-0FF1-60D7-60F9-7F41F52A1B2E}"/>
              </a:ext>
            </a:extLst>
          </p:cNvPr>
          <p:cNvSpPr/>
          <p:nvPr/>
        </p:nvSpPr>
        <p:spPr>
          <a:xfrm>
            <a:off x="2064185" y="-10633"/>
            <a:ext cx="12101581" cy="5238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b="1" dirty="0"/>
              <a:t>Sector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0C56EF6-08BF-AAAA-6D18-D2C813B2D6A7}"/>
              </a:ext>
            </a:extLst>
          </p:cNvPr>
          <p:cNvSpPr/>
          <p:nvPr/>
        </p:nvSpPr>
        <p:spPr>
          <a:xfrm>
            <a:off x="-7632" y="-18576"/>
            <a:ext cx="2071817" cy="52389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b="1" dirty="0">
                <a:solidFill>
                  <a:schemeClr val="tx1"/>
                </a:solidFill>
              </a:rPr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877460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</TotalTime>
  <Words>97</Words>
  <Application>Microsoft Office PowerPoint</Application>
  <PresentationFormat>Custom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Abdulla</dc:creator>
  <cp:lastModifiedBy>Feras Abdulla</cp:lastModifiedBy>
  <cp:revision>1</cp:revision>
  <dcterms:created xsi:type="dcterms:W3CDTF">2025-08-10T03:38:59Z</dcterms:created>
  <dcterms:modified xsi:type="dcterms:W3CDTF">2025-08-10T04:56:33Z</dcterms:modified>
</cp:coreProperties>
</file>